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Source 代码走读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241280" cy="640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Arial"/>
              </a:rPr>
              <a:t>基于源码的 runtime 架构、主调用链与关键设计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241280" cy="20116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重点：turn loop、compact、tool execution、task runtime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目标：先建立整体模型，再进入关键代码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分享目录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这份仓库本质上是什么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架构总览与主执行链路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turn loop、compact 与 context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tool pipeline、task runtime 与 mailbox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认证、策略、扩展系统与可观测性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最后总结与阅读建议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这份仓库本质上是什么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不是简单聊天 CLI，也不是薄薄的 SDK demo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更接近一个完整的本地 agent runtime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核心包括：CLI/TUI、会话状态、turn loop、认证/API、策略控制、扩展系统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阅读时不要只把它理解成“调用模型 API 的壳”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架构总览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82880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main.tsx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1920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Settings / Auth / Policy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554480"/>
            <a:ext cx="13716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554480"/>
            <a:ext cx="11887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55448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REPL / QueryEngine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108960"/>
            <a:ext cx="182880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310896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API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3108960"/>
            <a:ext cx="21031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 Execution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Plugins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Skills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45920" y="2194560"/>
            <a:ext cx="109728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229600" y="2194560"/>
            <a:ext cx="137160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7600" y="342900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17920" y="342900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0960" y="2194560"/>
            <a:ext cx="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57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43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29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结论：main.tsx 负责装配，query.ts 负责推进，其余模块提供能力、状态和约束。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主执行链路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128016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用户输入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743200"/>
            <a:ext cx="137160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main.tsx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2743200"/>
            <a:ext cx="14630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743200"/>
            <a:ext cx="128016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query.ts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743200"/>
            <a:ext cx="13716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 exec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743200"/>
            <a:ext cx="14630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继续 / 输出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39" y="3108960"/>
            <a:ext cx="365761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657600" y="31089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577840" y="310896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23760" y="3108960"/>
            <a:ext cx="731519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26880" y="3108960"/>
            <a:ext cx="27432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这是一个“模型调用”和“工具调用”反复往返的闭环。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不是一个内核，而是两层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query.ts = runtime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负责一轮怎么跑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推进 model -&gt; tool -&gt; model 闭环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处理 continue / retry / compact / stop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维护合法轨迹而不是纯文本输出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QueryEngine.ts = conversation 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负责一段会话怎么活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保持多轮 messages 与 usage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预落盘 transcript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做 SDK / headless 输出投影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turn loop：核心结构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messages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828800"/>
            <a:ext cx="21031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context shaping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API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assistant / tool_use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840480"/>
            <a:ext cx="219456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tool_result 回灌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1945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20640" y="219456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0" y="21945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492240" y="2560320"/>
            <a:ext cx="2194560" cy="128016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645920" y="2560320"/>
            <a:ext cx="3749040" cy="16459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663440"/>
            <a:ext cx="10241280" cy="1280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先做 tool result budget、snip、microcompact、collapse、autocompact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再发请求并接收 streaming 输出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如果出现 tool_use，就执行工具并把 tool_result 回写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因此它更像带 recovery 分支的 state machine，而不是线性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turn loop 更像 recovery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463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messages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tool_result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1645920" cy="68580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next turn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9768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0080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43200" y="406908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prompt_too_long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406908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max_output_tokens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069080"/>
            <a:ext cx="201168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reactive compact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2880360"/>
            <a:ext cx="182880" cy="11887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77840" y="2880360"/>
            <a:ext cx="548640" cy="11887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138160" y="2880360"/>
            <a:ext cx="1188720" cy="18288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983480"/>
            <a:ext cx="10058400" cy="914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它维护的是可继续、可恢复、可压缩、可回放的合法轨迹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关键不是“发一次请求”，而是不断修正同一条 trajectory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transcript / recovery 是 durable runtime 骨架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241280" cy="30175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sessionStorage.ts 保存的不是普通聊天记录，而是带 parentUuid 的消息链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progress message 不进入主链，compact boundary 会进入恢复协议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conversationRecovery.ts 做的不是反序列化，而是把历史修回 API 可继续状态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synthetic continuation 说明系统在恢复“未完成的 runtime”，不是回放聊天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一句话：transcript 提供可追溯历史，recovery 把它修回可继续运行的当前状态。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tool result budget / content replacement 很关键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241280" cy="3108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它解决的不是“截断输出”，而是“冻结输出命运”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某个 tool_use_id 一旦决定替换，后面必须始终复用同一 replacement string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大输出先外化到磁盘，再用稳定 preview 进入 context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恢复后还要重放相同 replacement，才能保住 prompt cache prefix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这层是 Claude Code 和很多 demo agent 最大的差别之一。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compact：分层整理，不是一刀切摘要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3716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snip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16459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microcompact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828800"/>
            <a:ext cx="17373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collapse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16459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autocompact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82880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reactive compact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1480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792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291840"/>
            <a:ext cx="10149840" cy="1828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要按两条轴来理解：主动整理 vs 被动恢复；轻量缩减 vs full compact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full compact 后保留的不是只有 summary，还包括 boundary、文件恢复、plan_mode、invoked_skills、deferred delta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本质上是在重建可继续工作的最小 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compact 的价值不是“做摘要”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触发层次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microcompact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snip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context collapse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autocompact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reactive compact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compact 后保留什么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boundary + summary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messagesToKeep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文件恢复 attachment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plan_mode / invoked_skills / deferred delta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结论：compact 更像“重建可继续工作的最小 context”，不是只留一段总结。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attachments.ts 是 context router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24128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每轮真正送给模型的 context，不只是 messages + system prompt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attachments.ts 会按 turn 注入 memories、dynamic skills、plan_mode、deferred_tools_delta、teammate_mailbox 等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很多运行时信息不是常驻消息，而是按 turn 临时重建工作面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这就是为什么它更像“第二调度层”，而不是附件工具箱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真正的 autonomy boundary 在 tool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240280"/>
            <a:ext cx="12801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schema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2240280"/>
            <a:ext cx="12801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hooks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48456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classifier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4104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permission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59752" y="2240280"/>
            <a:ext cx="1371600" cy="713232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tool.call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post-hooks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83080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55848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11496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67144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31352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794760"/>
            <a:ext cx="10058400" cy="1554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tool call 不是 findToolByName -&gt; tool.call 这么短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permissions、hooks、classifier 在这里不是附属模块，而是同一条执行链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这决定了 Claude Code 的 autonomy boundary 不在 UI，而在 runtime pipeline 本身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task runtime 与 mailbox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645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User / Main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201168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task runtime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01168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subagent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9202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mailbox / queue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4023360"/>
            <a:ext cx="210312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task-notification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6888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4632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309360" y="2743200"/>
            <a:ext cx="1463040" cy="128016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737360" y="2743200"/>
            <a:ext cx="3566160" cy="16459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846320"/>
            <a:ext cx="10149840" cy="10972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task/framework.ts 负责注册、轮询、GC、notification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runAgent.ts 负责 subagent、sidechain transcript、metadata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mailbox / pendingMessages 的投递发生在 turn 边界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这牺牲了一点即时性，但换来了 turn 内状态一致性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运行时状态载体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turn-local / host-wide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messages：turn-local 工作面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ToolUseContext：工具执行总线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AppState：宿主共享状态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durable / on-demand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transcript / sidechain：durable history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attachments / sidecar artifacts：按需重注入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不要把系统简化成“只有消息数组”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调试与排障入口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遇到问题先看哪里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turn loop：query.ts / QueryEngine.ts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context 过大：compact.ts / microCompact.ts / analyzeContext.ts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工具被拒绝：toolExecution.ts / permissions /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排障价值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它把“读源码”变成“可直接排障”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能快速定位：为什么继续、为什么 compact、为什么拒绝、为什么变慢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这也是走读文档区别于普通目录介绍的地方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产品化 runtime 的控制面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控制面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认证：OAuth / API key / third-party provider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策略：policy_limits、remote managed settings、forceLoginOrgUUID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结论：服务端负责裁决，客户端负责执行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扩展面与观测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API 层是多 provider 统一适配层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prompt stack 是一层 control plane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MCP / plugins / commands / skills 都是一级扩展面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queryProfiler / analyzeContext / cacheBreakDetection 负责解释系统为何变慢或变贵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代码质量与结构问题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工程成熟度高，很多细节来自线上问题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auth、settings、tools、mcp、query 分层总体清楚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对 shell 安全、缓存、401、多进程锁处理扎实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主要结构债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query.ts 接近 God Loop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ToolUseContext 过胖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cache invariants 分散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permissions / tasks / remote execution 已经上升成 control plane，但 owner 仍分散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关键结论与阅读建议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读源码时先抓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main.tsx -&gt; query.ts -&gt; tools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settings -&gt; auth -&gt; api client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policy / managed settings -&gt; 本地执行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从源码提炼的使用建议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先读相关代码再改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优先复用现有实现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做最小必要改动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验证后如实汇报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一句话：Claude Code 本质上是一个围绕 turn loop 构建的、可被企业管理的终端 agent runtime。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241280" cy="640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Arial"/>
              </a:rPr>
              <a:t>这份源码最值得看的，不只是功能，而是它已经为长时间工作的 runtime 付过哪些工程账。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