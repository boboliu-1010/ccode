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Claude Code Source 代码走读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241280" cy="6400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基于源码的 runtime 架构、主调用链与关键设计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241280" cy="20116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重点：turn loop、compact、tool execution、task runtime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目标：先建立整体模型，再进入关键代码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分享目录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241280" cy="4389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这份仓库本质上是什么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架构总览与主执行链路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turn loop、compact 与 context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tool pipeline、task runtime 与 mailbox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认证、策略、扩展系统与可观测性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最后总结与阅读建议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这份仓库本质上是什么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241280" cy="4389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不是简单聊天 CLI，也不是薄薄的 SDK demo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更接近一个完整的本地 agent runtime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核心包括：CLI/TUI、会话状态、turn loop、认证/API、策略控制、扩展系统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阅读时不要只把它理解成“调用模型 API 的壳”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架构总览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828800" cy="640080"/>
          </a:xfrm>
          <a:prstGeom prst="roundRect">
            <a:avLst/>
          </a:prstGeom>
          <a:solidFill>
            <a:srgbClr val="DDEAFB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main.tsx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554480"/>
            <a:ext cx="1920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Settings / Auth / Policy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554480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554480"/>
            <a:ext cx="1188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55448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REPL / QueryEngine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108960"/>
            <a:ext cx="1828800" cy="640080"/>
          </a:xfrm>
          <a:prstGeom prst="roundRect">
            <a:avLst/>
          </a:prstGeom>
          <a:solidFill>
            <a:srgbClr val="DDEAFB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query.ts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108960"/>
            <a:ext cx="2011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API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108960"/>
            <a:ext cx="21031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Tool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66344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MCP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66344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Plugins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66344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Skills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45920" y="2194560"/>
            <a:ext cx="1097280" cy="91440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229600" y="2194560"/>
            <a:ext cx="1371600" cy="91440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3429000"/>
            <a:ext cx="54864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17920" y="3429000"/>
            <a:ext cx="54864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60" y="2194560"/>
            <a:ext cx="0" cy="91440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57600" y="3749039"/>
            <a:ext cx="0" cy="914401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43600" y="3749039"/>
            <a:ext cx="0" cy="914401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3749039"/>
            <a:ext cx="0" cy="914401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5532120"/>
            <a:ext cx="100584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rial"/>
              </a:rPr>
              <a:t>结论：main.tsx 负责装配，query.ts 负责推进，其余模块提供能力、状态和约束。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主执行链路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1280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用户输入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743200"/>
            <a:ext cx="1371600" cy="731520"/>
          </a:xfrm>
          <a:prstGeom prst="roundRect">
            <a:avLst/>
          </a:prstGeom>
          <a:solidFill>
            <a:srgbClr val="DDEAFB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main.tsx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0"/>
            <a:ext cx="1463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QueryEngine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743200"/>
            <a:ext cx="1280160" cy="731520"/>
          </a:xfrm>
          <a:prstGeom prst="roundRect">
            <a:avLst/>
          </a:prstGeom>
          <a:solidFill>
            <a:srgbClr val="DDEAFB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query.ts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743200"/>
            <a:ext cx="1371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tool exec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0"/>
            <a:ext cx="1463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继续 / 输出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39" y="3108960"/>
            <a:ext cx="365761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0" y="3108960"/>
            <a:ext cx="45720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77840" y="3108960"/>
            <a:ext cx="36576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23760" y="3108960"/>
            <a:ext cx="731519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6880" y="3108960"/>
            <a:ext cx="27432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5532120"/>
            <a:ext cx="100584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rial"/>
              </a:rPr>
              <a:t>这是一个“模型调用”和“工具调用”反复往返的闭环。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为什么 query.ts 是核心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241280" cy="4389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它不是一次 API 调用的包装层，而是 runtime kernel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负责准备 messages、context 治理、模型请求、streaming 输出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负责处理 tool_use / tool_result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负责决定 continue / retry / compact / stop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turn loop：核心结构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messages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828800"/>
            <a:ext cx="2103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context shaping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API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2880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assistant / tool_use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3840480"/>
            <a:ext cx="2194560" cy="731520"/>
          </a:xfrm>
          <a:prstGeom prst="roundRect">
            <a:avLst/>
          </a:prstGeom>
          <a:solidFill>
            <a:srgbClr val="DDEAFB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tool_result 回灌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194560"/>
            <a:ext cx="45720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40" y="2194560"/>
            <a:ext cx="36576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2194560"/>
            <a:ext cx="45720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492240" y="2560320"/>
            <a:ext cx="2194560" cy="128016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645920" y="2560320"/>
            <a:ext cx="3749040" cy="164592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663440"/>
            <a:ext cx="10241280" cy="12801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先做 tool result budget、snip、microcompact、collapse、autocompact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再发请求并接收 streaming 输出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如果出现 tool_use，就执行工具并把 tool_result 回写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因此它更像带 recovery 分支的 state machine，而不是线性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QueryEngine.ts：conversation host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241280" cy="4389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不是内核本身，而是会话宿主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负责保持多轮消息历史、聚合 usage、维护 permission denial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持有 readFileState、预落盘 transcript、做 SDK/headless 输出投影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可以简单记成：query.ts 负责一轮怎么跑，QueryEngine.ts 负责一段会话怎么活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为什么长会话还能稳定工作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241280" cy="4389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sessionStorage.ts 维护 durable transcript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conversationRecovery.ts 会过滤坏消息并补 continuation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tool result budget / content replacement 保护 prompt cache prefix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Arial"/>
              </a:rPr>
              <a:t>compact 的目标不是简单摘要，而是重建可继续工作的最小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compact：分层整理，不是一刀切摘要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snip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microcompact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collapse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autocompact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828800"/>
            <a:ext cx="2011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reactive compact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148840"/>
            <a:ext cx="36576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2148840"/>
            <a:ext cx="36576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17920" y="2148840"/>
            <a:ext cx="36576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2148840"/>
            <a:ext cx="36576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291840"/>
            <a:ext cx="10149840" cy="1828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要按两条轴来理解：主动整理 vs 被动恢复；轻量缩减 vs full compact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full compact 后保留的不是只有 summary，还包括 boundary、文件恢复、plan_mode、invoked_skills、deferred delta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本质上是在重建可继续工作的最小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context 不是只靠 messages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05295"/>
                </a:solidFill>
                <a:latin typeface="Arial"/>
              </a:rPr>
              <a:t>Skills / attachments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389120" cy="32004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skill 被扫描到只是 capability 可见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真正调用 skill 时，正文才进入 context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attachments.ts 会按 turn 注入 memories、plan_mode、mailbox、delta 等工作面信息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002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05295"/>
                </a:solidFill>
                <a:latin typeface="Arial"/>
              </a:rPr>
              <a:t>关键状态载体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4389120" cy="32004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messages：turn-local 工作面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transcript / sidechain：durable history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ToolUseContext：工具执行总线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AppState：宿主共享状态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tool call 不是直接执行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1645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schema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2834640"/>
            <a:ext cx="18288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60320" y="2468880"/>
            <a:ext cx="1645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validateInput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06240" y="2834640"/>
            <a:ext cx="18288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46888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classifier / hooks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0" y="2834640"/>
            <a:ext cx="18288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0" y="2468880"/>
            <a:ext cx="1645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permission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2834640"/>
            <a:ext cx="18288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69680" y="2468880"/>
            <a:ext cx="1645920" cy="731520"/>
          </a:xfrm>
          <a:prstGeom prst="roundRect">
            <a:avLst/>
          </a:prstGeom>
          <a:solidFill>
            <a:srgbClr val="DDEAFB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tool.call()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0" y="2834640"/>
            <a:ext cx="18288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881359" y="2468880"/>
            <a:ext cx="1645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result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10149840" cy="1645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真实路径不是 findToolByName -&gt; tool.call 这么短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前面有 schema、hooks、classifier、permission 决策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后面还有 result block、content replacement、post-tool hooks、attachments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autonomy boundary 在 tool pipeline，而不是 UI 表面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task runtime 与 mailbox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645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User / 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01168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task 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201168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subagent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01168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mailbox /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4023360"/>
            <a:ext cx="2103120" cy="731520"/>
          </a:xfrm>
          <a:prstGeom prst="roundRect">
            <a:avLst/>
          </a:prstGeom>
          <a:solidFill>
            <a:srgbClr val="DDEAFB"/>
          </a:solidFill>
          <a:ln>
            <a:solidFill>
              <a:srgbClr val="205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B1F44"/>
                </a:solidFill>
                <a:latin typeface="Arial"/>
              </a:rPr>
              <a:t>task-notification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377440"/>
            <a:ext cx="54864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46320" y="2377440"/>
            <a:ext cx="54864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23760" y="2377440"/>
            <a:ext cx="548640" cy="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309360" y="2743200"/>
            <a:ext cx="1463040" cy="128016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737360" y="2743200"/>
            <a:ext cx="3566160" cy="1645920"/>
          </a:xfrm>
          <a:prstGeom prst="line">
            <a:avLst/>
          </a:prstGeom>
          <a:ln w="25400">
            <a:solidFill>
              <a:srgbClr val="205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846320"/>
            <a:ext cx="10149840" cy="10972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task/framework.ts 负责注册、轮询、GC、notification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runAgent.ts 负责 subagent、sidechain transcript、metadata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mailbox / pendingMessages 的投递发生在 turn 边界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这牺牲了一点即时性，但换来了 turn 内状态一致性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为什么它更像产品化 runtime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05295"/>
                </a:solidFill>
                <a:latin typeface="Arial"/>
              </a:rPr>
              <a:t>控制面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389120" cy="32004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认证：OAuth / API key / third-party provider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策略：policy_limits、remote managed settings、forceLoginOrgUUID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结论：服务端负责裁决，客户端负责执行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002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05295"/>
                </a:solidFill>
                <a:latin typeface="Arial"/>
              </a:rPr>
              <a:t>扩展面与观测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4389120" cy="32004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API 层是多 provider 统一适配层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prompt stack 是一层 control plane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MCP / plugins / commands / skills 都是一级扩展面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queryProfiler / analyzeContext / cacheBreakDetection 负责解释系统为何变慢或变贵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600" b="1">
                <a:solidFill>
                  <a:srgbClr val="0B1F44"/>
                </a:solidFill>
                <a:latin typeface="Arial"/>
              </a:rPr>
              <a:t>最后只保留最重要的结论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78992"/>
            <a:ext cx="2011680" cy="27432"/>
          </a:xfrm>
          <a:prstGeom prst="rect">
            <a:avLst/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05295"/>
                </a:solidFill>
                <a:latin typeface="Arial"/>
              </a:rPr>
              <a:t>读源码时先抓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389120" cy="32004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main.tsx -&gt; query.ts -&gt; tools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settings -&gt; auth -&gt; api client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policy / managed settings -&gt; 本地执行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002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05295"/>
                </a:solidFill>
                <a:latin typeface="Arial"/>
              </a:rPr>
              <a:t>从源码提炼的使用建议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4389120" cy="32004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先读相关代码再改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优先复用现有实现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做最小必要改动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验证后如实汇报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532120"/>
            <a:ext cx="100584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rial"/>
              </a:rPr>
              <a:t>一句话：Claude Code 本质上是一个围绕 turn loop 构建的、可被企业管理的终端 agent runtime。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685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241280" cy="6400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这份源码最值得看的，不只是功能，而是它已经为长时间工作的 runtime 付过哪些工程账。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