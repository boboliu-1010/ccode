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从源码反推的用户侧实践建议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241280" cy="2194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先解释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每条技巧都附源码支撑，不只讲经验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先给结论：Claude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它不是自由聊天助手，也不是“随便说一句就稳定帮你把工程活干好”的黑盒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从源码看，它更像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所以用户输入越工程化，Claude Code 的表现通常越稳定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源码依据：prompts.ts 把默认场景定义为 software engineering task。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main.tsx：bootstrap / assembly（启动装配）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QueryEngine.ts：conversation host（会话宿主）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query.ts：turn loop / runtime kernel（轮次循环 / 运行时内核）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toolExecution.ts：tool pipeline（工具执行流水线）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settings / auth / prompt / policy：control plane（控制面）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这决定了它默认不是把输入当闲聊，而是当软件工程任务。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从源码反推：默认偏好的工作方式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最小必要改动，优先复用已有实现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优先 dedicated tools，而不是默认 Bash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高风险动作默认先确认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这些偏好主要来自 prompts.ts、messages.ts 和 BashTool prompt。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1：任务写成“目标 + 范围 + 约束 + 验证”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目标：修复/实现……
范围：只改……
约束：不要做无关重构
验证：跑测试并说明结果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源码把默认场景设成 software engineering task；明确范围和验证能减少分析/实现/顺手优化之间的歧义。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prompts.ts#L221
prompts.ts#L230
prompts.ts#L240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2：明确要求先读代码，再改代码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先看 src/foo.ts 和 src/bar.ts，再决定改法。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系统提示明确偏好先理解现有实现；点名关键文件能减少无关探索和上下文噪音。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prompts.ts#L230
messages.ts#L3344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3：强调最小改动、优先复用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做最小必要改动；优先复用现有函数、工具和模式；不要新造一层抽象。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源码明确反对 one-time helper 和 premature abstraction；这样更容易顺着现有结构修改。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prompts.ts#L200
prompts.ts#L203
messages.ts#L3344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4：优先 dedicated tools，不要默认 Bash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优先直接读写文件，不要用 Bash 做本可由专用工具完成的事情。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Bash 在源码里是 fallback tool，不是首选；专用工具更容易被审查、解释和权限约束。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prompts.ts#L301
prompts.ts#L305
BashTool prompt#L297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5：验证要求要写清楚，而且要如实汇报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改完后跑相关测试；如果没跑，请明确说明没有跑。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源码对“未验证却宣称完成”是强约束；这样能减少看似完成、其实没验证的风险。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prompts.ts#L211
prompts.ts#L240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6：高风险动作要显式要求先确认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涉及 push、删除、覆盖、外部发送、破坏性 git 操作时，先告诉我并确认。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源码对 reversibility 和 blast radius 非常敏感；难以回滚的动作默认就应确认。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prompts.ts#L258
BashTool prompt#L304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两个进阶技巧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做方案时，先走 Plan Mode 风格：先 Explore，再写计划，再问代码里无法确定的问题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这两条都不是经验贴，而是源码里明确写出来的工作流偏好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源码依据：prompts.ts#L310、messages.ts#L3336、BashTool prompt#L298。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这些误区都能在 prompts.ts 的默认约束里找到根源。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最后收成 6 条最小使用清单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强调最小改动、优先复用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优先 dedicated tools，不要默认走 Bash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高风险动作先确认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这些建议的共同点是：让用户输入尽量贴近 Claude Code 源码里的默认工作方式。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