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从源码反推的用户侧实践建议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241280" cy="2194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关注点：怎么提需求、怎么控制行为、怎么避免常见误用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每条技巧都给出源码支撑，不只讲经验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先给结论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Claude Code 默认把用户请求理解成软件工程任务，不是自由聊天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它偏好：先读代码、最小改动、优先复用、专用工具优先、验证后如实汇报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所以用户提示词越工程化，它的表现越稳定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核心依据主要来自 prompts.ts、messages.ts 和 BashTool prompt。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1：任务写成“目标 + 范围 + 约束 + 验证”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目标：修复/实现……
范围：只改……
约束：不要做无关重构
验证：跑测试并说明结果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源码把默认场景设成软件工程任务；明确范围和验证能减少分析/实现/顺手优化之间的歧义。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prompts.ts#L221
prompts.ts#L230
prompts.ts#L240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2：明确要求先读代码，再改代码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先看 src/foo.ts 和 src/bar.ts，再决定改法。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系统提示明确偏好先理解现有实现；点名关键文件能减少无关探索和上下文噪音。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prompts.ts#L230
messages.ts#L3344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3：强调最小改动、优先复用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做最小必要改动；优先复用现有函数、工具和模式；不要新造一层抽象。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源码明确反对 one-time helper 和 premature abstraction；这样更容易顺着现有结构修改。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prompts.ts#L200
prompts.ts#L203
messages.ts#L3344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4：能不新建文件，就不要新建文件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除非绝对必要，不要新建文件，优先修改现有文件。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系统把避免 file bloat 设为默认偏好；对小改动尤其能防止多余 helper / temp file。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5：优先 dedicated tools，不要滥用 Bash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优先直接读写文件，不要用 Bash 做本可由专用工具完成的事情。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Bash 在源码里是 fallback tool，不是首选；专用工具更容易被审查、解释和权限约束。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prompts.ts#L301
prompts.ts#L305
BashTool prompt#L297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6：验证要求要写清楚，而且要如实汇报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改完后跑相关测试；如果没跑，请明确说明没有跑。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源码对“未验证却宣称完成”是强约束；这样能减少看似完成、其实没验证的风险。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prompts.ts#L211
prompts.ts#L240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7：独立查询要显式允许 parallel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如果这些查询彼此独立，可以并行完成；不要重复做相同搜索。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系统提示明确鼓励独立工具调用并行化；Bash prompt 和 Plan Mode 也都强调能并行就并行。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prompts.ts#L310
prompts.ts#L319
messages.ts#L3344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8：高风险动作要显式要求先确认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涉及 push、删除、覆盖、外部发送、破坏性 git 操作时，先告诉我并确认。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源码对 reversibility 和 blast radius 非常敏感；难以回滚的动作默认就应确认。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prompts.ts#L258
BashTool prompt#L304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技巧 9：做方案时，先走 Plan Mode 风格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918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推荐写法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先不要实现。先快速读关键文件，给我一个可执行计划；只问代码里无法确定的问题。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0876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为什么有效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Plan Mode 的原生流程就是先 Explore，再写计划，再只问代码解决不了的问题。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08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205295"/>
                </a:solidFill>
                <a:latin typeface="Arial"/>
              </a:rPr>
              <a:t>源码支撑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rial"/>
              </a:rPr>
              <a:t>messages.ts#L3336
messages.ts#L3350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最后收成 6 条最该记住的注意事项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强调最小改动、优先复用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优先 dedicated tools，不要默认走 Bash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Arial"/>
              </a:rPr>
              <a:t>高风险动作先确认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这些建议不是经验口号，而是能直接在源码 prompt 和执行约束里找到依据。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