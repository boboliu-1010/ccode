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从源码反推的用户侧最佳实践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563EB"/>
                </a:solidFill>
                <a:latin typeface="Arial"/>
              </a:rPr>
              <a:t>源码支撑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563EB"/>
                </a:solidFill>
                <a:latin typeface="Arial"/>
              </a:rPr>
              <a:t>双语术语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563EB"/>
                </a:solidFill>
                <a:latin typeface="Arial"/>
              </a:rPr>
              <a:t>WPS 兼容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6217920"/>
            <a:ext cx="10789920" cy="27432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建议节奏：先建立整体模型，再解释默认偏好，最后落到用户技巧。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475569"/>
                </a:solidFill>
                <a:latin typeface="Arial"/>
              </a:rPr>
              <a:t>terminal agent runtime（终端代理运行时）视角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8288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1828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048256"/>
            <a:ext cx="1682496" cy="4114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User Prompt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645920"/>
            <a:ext cx="1874519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1645920"/>
            <a:ext cx="1874519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约束层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70632" y="2048256"/>
            <a:ext cx="1728216" cy="4114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提示词栈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1645920"/>
            <a:ext cx="2011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800600" y="1645920"/>
            <a:ext cx="201168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会话层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2048256"/>
            <a:ext cx="1865376" cy="4114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QueryEngine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Conversation Host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1645920"/>
            <a:ext cx="20116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86600" y="1645920"/>
            <a:ext cx="201168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9752" y="2048256"/>
            <a:ext cx="1865376" cy="4114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Turn Loop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26880" y="1645920"/>
            <a:ext cx="196596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26880" y="1645920"/>
            <a:ext cx="19659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工具层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048256"/>
            <a:ext cx="1819656" cy="4114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工具执行流水线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3154680"/>
            <a:ext cx="27432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20240" y="3154680"/>
            <a:ext cx="27432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能力面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3557016"/>
            <a:ext cx="259689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3154680"/>
            <a:ext cx="24688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92040" y="3154680"/>
            <a:ext cx="246888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执行环境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3557016"/>
            <a:ext cx="23225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Filesystem / Shell / MCP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20" y="3154680"/>
            <a:ext cx="29718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589520" y="3154680"/>
            <a:ext cx="2971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外围控制面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3557016"/>
            <a:ext cx="282549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Control Plane / 控制面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4572000"/>
            <a:ext cx="50292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80360" y="4572000"/>
            <a:ext cx="50292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可观测性与恢复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53512" y="4974336"/>
            <a:ext cx="4882896" cy="41147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Telemetry / Profiling / Transcript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可观测性、持久化、恢复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468880" y="2084831"/>
            <a:ext cx="2286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572000" y="2084831"/>
            <a:ext cx="2286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12280" y="2084831"/>
            <a:ext cx="27432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098280" y="2084831"/>
            <a:ext cx="22860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092440" y="2514600"/>
            <a:ext cx="0" cy="612648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486400" y="4187952"/>
            <a:ext cx="640080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126480" y="4187952"/>
            <a:ext cx="0" cy="384048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一句话：用户技巧之所以有效，是因为它们在影响 prompt stack（提示词栈）→ turn loop（轮次循环）→ tool pipeline（工具执行流水线）这条主链。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36192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0826496" cy="2560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5577840" cy="2926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487168"/>
            <a:ext cx="480060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487168"/>
            <a:ext cx="48006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889504"/>
            <a:ext cx="4654296" cy="9143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37960" y="2788920"/>
            <a:ext cx="480060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源码依据：/Users/bobo/code/claude-code-source-code/src/constants/prompts.ts#L221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36192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0826496" cy="2560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Claude Code 是 terminal agent runtime（终端代理运行时），不是只包了一层模型 API 的 CLI。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5577840" cy="2926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main.tsx：bootstrap / assembly（启动 / 装配）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QueryEngine.ts：conversation host（会话宿主）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query.ts：turn loop / runtime kernel（轮次循环 / 运行时内核）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toolExecution.ts：tool pipeline（工具执行流水线）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settings / auth / policy：control plane（控制面）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487168"/>
            <a:ext cx="480060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487168"/>
            <a:ext cx="48006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889504"/>
            <a:ext cx="4654296" cy="9143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37960" y="2788920"/>
            <a:ext cx="480060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export class QueryEngine {
  private mutableMessages: Message[]
  private totalUsage: NonNullableUsage
  private readFileState: FileStateCache
}
type State = {
  messages: Message[]
  toolUseContext: ToolUseContext
  turnCount: number
  transition: Continue | undefined
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源码依据：QueryEngine.ts、query.ts、toolExecution.ts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36192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0826496" cy="2560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5577840" cy="2926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高风险动作先确认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487168"/>
            <a:ext cx="480060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487168"/>
            <a:ext cx="48006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889504"/>
            <a:ext cx="4654296" cy="9143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37960" y="2788920"/>
            <a:ext cx="480060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883664"/>
            <a:ext cx="10826496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59152"/>
            <a:ext cx="32461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推荐写法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761488"/>
            <a:ext cx="30998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2359152"/>
            <a:ext cx="34747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7" y="2359152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为什么有效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61488"/>
            <a:ext cx="33284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2359152"/>
            <a:ext cx="379476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36408" y="2359152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架构支撑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61488"/>
            <a:ext cx="3648456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69080"/>
            <a:ext cx="1097280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069080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471416"/>
            <a:ext cx="10826496" cy="548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8368" y="4407408"/>
            <a:ext cx="109728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883664"/>
            <a:ext cx="10826496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59152"/>
            <a:ext cx="32461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推荐写法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761488"/>
            <a:ext cx="30998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再决定改法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2359152"/>
            <a:ext cx="34747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7" y="2359152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为什么有效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61488"/>
            <a:ext cx="33284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2359152"/>
            <a:ext cx="379476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36408" y="2359152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架构支撑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61488"/>
            <a:ext cx="3648456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69080"/>
            <a:ext cx="1097280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069080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471416"/>
            <a:ext cx="10826496" cy="548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8368" y="4407408"/>
            <a:ext cx="109728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883664"/>
            <a:ext cx="10826496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59152"/>
            <a:ext cx="32461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推荐写法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761488"/>
            <a:ext cx="30998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不要新造一层抽象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2359152"/>
            <a:ext cx="34747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7" y="2359152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为什么有效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61488"/>
            <a:ext cx="33284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2359152"/>
            <a:ext cx="379476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36408" y="2359152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架构支撑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61488"/>
            <a:ext cx="3648456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69080"/>
            <a:ext cx="1097280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069080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471416"/>
            <a:ext cx="10826496" cy="548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8368" y="4407408"/>
            <a:ext cx="109728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883664"/>
            <a:ext cx="10826496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59152"/>
            <a:ext cx="32461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推荐写法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761488"/>
            <a:ext cx="30998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2359152"/>
            <a:ext cx="34747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7" y="2359152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为什么有效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61488"/>
            <a:ext cx="33284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2359152"/>
            <a:ext cx="379476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36408" y="2359152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架构支撑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61488"/>
            <a:ext cx="3648456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69080"/>
            <a:ext cx="1097280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069080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471416"/>
            <a:ext cx="10826496" cy="548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8368" y="4407408"/>
            <a:ext cx="109728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883664"/>
            <a:ext cx="10826496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59152"/>
            <a:ext cx="32461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推荐写法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761488"/>
            <a:ext cx="30998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2359152"/>
            <a:ext cx="34747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7" y="2359152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为什么有效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61488"/>
            <a:ext cx="33284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2359152"/>
            <a:ext cx="379476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36408" y="2359152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架构支撑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61488"/>
            <a:ext cx="3648456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69080"/>
            <a:ext cx="1097280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069080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471416"/>
            <a:ext cx="10826496" cy="548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8368" y="4407408"/>
            <a:ext cx="109728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883664"/>
            <a:ext cx="10826496" cy="2286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359152"/>
            <a:ext cx="32461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9152"/>
            <a:ext cx="32461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推荐写法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761488"/>
            <a:ext cx="30998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先告诉我并确认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7" y="2359152"/>
            <a:ext cx="347472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33087" y="2359152"/>
            <a:ext cx="347472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为什么有效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761488"/>
            <a:ext cx="3328415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36408" y="2359152"/>
            <a:ext cx="3794760" cy="144475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36408" y="2359152"/>
            <a:ext cx="379476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架构支撑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61488"/>
            <a:ext cx="3648456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069080"/>
            <a:ext cx="1097280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069080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4471416"/>
            <a:ext cx="10826496" cy="54864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658368" y="4407408"/>
            <a:ext cx="10972800" cy="109728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36192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0826496" cy="2560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5577840" cy="2926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487168"/>
            <a:ext cx="480060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487168"/>
            <a:ext cx="48006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889504"/>
            <a:ext cx="4654296" cy="9143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37960" y="2788920"/>
            <a:ext cx="480060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36192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0826496" cy="2560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5577840" cy="2926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2487168"/>
            <a:ext cx="4800600" cy="5486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487168"/>
            <a:ext cx="48006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关键代码片段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1112" y="2889504"/>
            <a:ext cx="4654296" cy="9143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537960" y="2788920"/>
            <a:ext cx="4800600" cy="21031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00" b="0">
                <a:solidFill>
                  <a:srgbClr val="1E293B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0F172A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536192"/>
            <a:ext cx="10972800" cy="347472"/>
          </a:xfrm>
          <a:prstGeom prst="rect">
            <a:avLst/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563EB"/>
                </a:solidFill>
                <a:latin typeface="Arial"/>
              </a:rPr>
              <a:t>本页一句话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1938528"/>
            <a:ext cx="10826496" cy="2560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E293B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87168"/>
            <a:ext cx="5577840" cy="29260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E293B"/>
                </a:solidFill>
                <a:latin typeface="Arial"/>
              </a:rPr>
              <a:t>高风险动作先确认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/>
              </a:rPr>
              <a:t>建议展示方式：这页只保留动词和结论，不再放源码，作为最后的拍照页。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