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源码调研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总体架构、工作流程、功能设计、产出形态与开发流程建议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0972800" cy="804672"/>
          </a:xfrm>
          <a:prstGeom prst="roundRect">
            <a:avLst/>
          </a:prstGeom>
          <a:solidFill>
            <a:srgbClr val="081834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52400" rIns="152400"/>
          <a:lstStyle/>
          <a:p>
            <a:pPr algn="ctr"/>
            <a:r>
              <a:rPr sz="1900" b="1">
                <a:solidFill>
                  <a:srgbClr val="F5F8FF"/>
                </a:solidFill>
                <a:latin typeface="Arial"/>
              </a:rPr>
              <a:t>通过足够的源码理解，帮助用户和团队更好地使用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5230368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523036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调研目标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35808"/>
            <a:ext cx="4773168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为什么它更适合工程任务，而不是自由聊天式请求。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怎样组织任务、边界和验证，才能让它稳定地产出结果。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697480"/>
            <a:ext cx="5358384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697480"/>
            <a:ext cx="5358384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调研范围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3035808"/>
            <a:ext cx="4882896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先用源码建立最小必要架构模型。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再讲工作流程、功能和典型产出。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最后把结论落到开发流程建议与代码走读入口。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21808"/>
            <a:ext cx="10863072" cy="822960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321808"/>
            <a:ext cx="10863072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641848"/>
            <a:ext cx="10469880" cy="3200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DEE6F4"/>
                </a:solidFill>
                <a:latin typeface="Arial"/>
              </a:rPr>
              <a:t>Claude Code 不是自由聊天助手，而是一套围绕工程任务构建的 terminal agent runtime（终端代理运行时）。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封面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这次调研真正要解决的问题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不是自由聊天助手。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它更像一套 terminal agent runtime（终端代理运行时）。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输入方式、任务组织方式、边界表达方式，都会直接影响它的输出质量。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本次调研不追求覆盖全部源码，而是提炼到足够指导使用的理解。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从工程上应该怎么理解。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它不是普通聊天 CLI。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它更像由下面几层组成的 runtime：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main.tsx：启动装配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QueryEngine.ts：会话宿主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query.ts：轮次循环 / 运行时内核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toolExecution.ts：工具执行流水线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 / auth / policy / prompt：控制面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只有当装配、宿主、执行和控制面同时存在时，才更接近 runtime，而不是普通 CLI wrapper。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src/main.tsx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src/QueryEngine.ts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的使用方式，必须贴合它的运行时结构。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从用户输入到主执行链，再到控制面和续航能力。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用户输入之后，系统内部到底穿过了哪些层。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41732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Prompt Stack</a:t>
            </a:r>
            <a:r>
              <a:rPr sz="1250" b="0">
                <a:solidFill>
                  <a:srgbClr val="48C6FF"/>
                </a:solidFill>
                <a:latin typeface="Arial"/>
              </a:rPr>
              <a:t>
提示词栈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QueryEngine</a:t>
            </a:r>
            <a:r>
              <a:rPr sz="1250" b="0">
                <a:solidFill>
                  <a:srgbClr val="9CA3FF"/>
                </a:solidFill>
                <a:latin typeface="Arial"/>
              </a:rPr>
              <a:t>
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query.ts</a:t>
            </a:r>
            <a:r>
              <a:rPr sz="1250" b="0">
                <a:solidFill>
                  <a:srgbClr val="9CA3FF"/>
                </a:solidFill>
                <a:latin typeface="Arial"/>
              </a:rPr>
              <a:t>
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231136"/>
            <a:ext cx="2148840" cy="841248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  <a:r>
              <a:rPr sz="1250" b="0">
                <a:solidFill>
                  <a:srgbClr val="3DE0C7"/>
                </a:solidFill>
                <a:latin typeface="Arial"/>
              </a:rPr>
              <a:t>
工具执行链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0552" y="2651760"/>
            <a:ext cx="246888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60520" y="2651760"/>
            <a:ext cx="36576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09360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9056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4005072"/>
            <a:ext cx="3840480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005072"/>
            <a:ext cx="2999232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Transcript / Recovery
Compact / Observability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4005072"/>
            <a:ext cx="2944368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40680" y="3035808"/>
            <a:ext cx="0" cy="96926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492240" y="3035808"/>
            <a:ext cx="1051560" cy="96926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93808" y="3072384"/>
            <a:ext cx="0" cy="932688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5559552"/>
            <a:ext cx="10835640" cy="6583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5559552"/>
            <a:ext cx="10835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833872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后面所有技巧，本质上都是在影响这条主执行链。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整体架构中的主要模块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的整体架构拆开之后，最值得优先认识哪些模块。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会话宿主：QueryEngine.ts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轮次推进：query.ts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工具执行链：toolExecution.ts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控制面：settings / auth / policy / prompt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扩展与续航：skills / MCP / plugins / transcript / recovery / tasks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这些模块共同定义了 Claude Code 的真实运行形态，也构成了后面工作流程、功能和使用技巧的代码基础。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后面的工作流程和主要功能，都会回到这些核心模块上。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`main.tsx`、`QueryEngine.ts`、`query.ts`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这三个文件为什么必须区分开理解。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main.tsx：装配系统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QueryEngine.ts：持有会话状态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query.ts：推进单轮执行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一个管装配、一个管寿命、一个管推进，这种分工直接决定了 Claude Code 为什么不像“一次性问答器”。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理解好这三层，后面的工作流和技巧都会更自然。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 Claude Code 的行为边界不是只由模型决定。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它有完整的 control plane（控制面）：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policy limits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managed 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这些模块都能直接影响工具可用性、组织限制和系统行为，因此“边界”不是口头说说，而是代码里的真实裁决链。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src/utils/settings/settings.ts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src/utils/auth.ts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src/services/policyLimits/index.ts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 Claude Code 时，很多“为什么它这样做”，其实来自控制面，而不是模型好坏。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架构小结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为什么前面这部分要先讲。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因为只有先建立：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它怎么分层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哪些层在裁决行为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后面讲使用技巧才不会变成经验帖。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源码理解是铺垫，真正目的是服务后面的使用与协作。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用户输入之后，第一步发生了什么。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输入进入 CLI / REPL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先过 settings / auth / policy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构造 tools / commands / app state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然后才进入 QueryEngine 和 query.ts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在 main.tsx 和 QueryEngine.ts 里，请求处理明显早于模型调用就已经开始。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这解释了为什么相同提示词在不同环境下可能表现不同。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一次请求如何被推进、约束、回灌、压缩和恢复。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一次完整请求的主链是什么。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331720"/>
            <a:ext cx="132588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装配环境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3248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331720"/>
            <a:ext cx="16459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结果回灌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6908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继续 / compact / recovery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75688" y="2688336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11880" y="2688336"/>
            <a:ext cx="210311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93792" y="2688336"/>
            <a:ext cx="219456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4848" y="2688336"/>
            <a:ext cx="21031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41080" y="2688336"/>
            <a:ext cx="22860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452360" y="3044952"/>
            <a:ext cx="210312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43600" y="3044952"/>
            <a:ext cx="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6384" y="5138928"/>
            <a:ext cx="10789920" cy="96012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5138928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流程要点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378440" cy="502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上下文整理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模型采样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工具执行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结果回灌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`turn loop（轮次循环）` 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一轮 loop 的最基本闭环是什么。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当前 messages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context shaping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API request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assistant / tool_use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tool_result 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next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 反复围绕 messages、tool context、transition 推进，因此 loop 是文件真实形态，不是分析者措辞。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为什么不能把它当普通“工具调用链”看。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主流程中途要处理：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prompt_too_long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max_output_tokens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continuation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stop hook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reactive compact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这些迁移分支都在 query.ts 的状态推进逻辑里，是正向路径的一部分。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更像 recovery graph（恢复图），不是简单 pipeline。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模型每轮到底看到了什么。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模型看到的不是静态聊天记录，而是动态构造的工作面：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attachments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relevant memories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invoked 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system reminders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attachments 和 system prompt sections 都是按 turn 重新拼接的，这直接解释了为什么 Claude Code 的上下文表现和普通聊天工具不同。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src/utils/attachments.ts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用户写 prompt，不是在给一个静态聊天机器人发消息，而是在参与当前轮工作面的构造。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src/utils/attachments.ts / src/utils/systemPrompt.ts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工具调用为什么不是直接 tool.call()。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工具调用会经过：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input parse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validate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hooks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permissions / classifier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tool.call()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post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这条链说明 Claude Code 最在意的是“动作如何被审查和约束”，而不是最快把命令打出去。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用户把边界写清楚，能直接帮助这条执行链更稳定工作。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为什么长会话能继续，为什么中断后能恢复。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 保存的是可恢复消息链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 的目标是回到 API 可继续状态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的目标是重建还能工作的最小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这些模块不是边缘工具，而是主流程续航机制，因此 Claude Code 才能支持长任务和断点续做。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src/services/compact/compact.ts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“长期工作”是这套系统的显式设计目标。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为什么理解工作流对使用方式有帮助。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不是把一句话直接变成一句话。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它要把请求变成一个可以持续推进、可约束、可恢复的工作过程。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用户越理解这套工作流，越知道什么样的任务组织方式更有效。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有哪些功能面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先从用户感知的能力面理解，再进入主要功能。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的能力应该怎么分类理解。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交互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commands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structured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Read / Edit / Bash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tool pipeline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task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28032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remote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144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67144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0296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policy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permissions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续航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replacement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43434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11880" y="43434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可观测性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46817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profiler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cache break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context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" y="5623560"/>
            <a:ext cx="10789920" cy="59436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5623560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调研结论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870448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 Claude Code，先看功能面，再看具体模块，会更容易和后面的使用方式对应起来。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功能分类小结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为什么要先按功能面理解 Claude Code，而不是直接按文件或目录讲。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因为大多数使用问题，本质上不是“某个文件怎么写”，而是：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这个功能面在主链里起什么作用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用户该怎么利用它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它会在哪些情况下帮助系统更稳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所以后面的主要功能介绍，会遵循统一模板：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功能是什么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实现原理是什么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对用户意味着什么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应该怎么用更有效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的代码是按模块实现的，但用户感知的始终是功能协同结果。把功能面先讲清，后面的“产出”和“开发流程建议”才有落点。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功能分类不是铺垫，而是后面所有“怎么用”部分的索引。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交互与执行功能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在“与用户交互”和“执行动作”上最核心的能力是什么。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交互面：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REPL 输入与多轮对话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slash commands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structured output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progress / system / compact 边界消息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执行面：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读文件、改文件、查文件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与命令执行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任务与子代理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case 'assistant':
  this.mutableMessages.push(message)
  yield* normalizeMessage(message)
  break
case 'progress':
  this.mutableMessages.push(message)
  ...
  yield* normalizeMessage(message)
  break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不只处理普通对话消息，还处理 progress、system、compact 边界等运行时消息，这说明它的“交互”其实已经和执行状态深度耦合。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从交互层开始，Claude Code 就已经是一个工作流系统，而不是自由聊天窗口。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src/commands.ts / src/tools.ts / src/QueryEngine.ts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扩展与控制功能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为什么能被看成一个可扩展、可控的平台，而不只是固定功能集合。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remote capability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扩展模块和控制模块在代码里是分离的，这意味着 Claude Code 不是简单地“能接更多工具”，而是能在能力增长的同时保住边界与可治理性。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src/utils/plugins/pluginLoader.ts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src/services/policyLimits/index.ts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的上限由扩展面决定，下限由控制面决定。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src/services/mcp/client.ts / src/utils/plugins/pluginLoader.ts / src/services/policyLimits/index.ts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续航与可观测性功能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为什么能支持长任务、恢复和持续诊断。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content replacement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 / task memory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可观测性能力：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 profiler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cache 诊断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这些模块单独存在，说明 Claude Code 把“长任务续航”和“运行时诊断”视作一等能力，而不是出现问题后的补丁。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src/utils/queryProfiler.ts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src/utils/analyzeContext.ts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真正拉开差距的地方，不是功能数量，而是续航和诊断能力。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src/utils/queryProfiler.ts / src/utils/analyzeContext.ts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主要功能介绍的阅读方式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后面为什么要逐个讲重要功能，而且每个功能都要带一点源码理解。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因为“功能”本身不难列，难的是解释：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这个功能到底解决什么问题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它在运行时里怎么落地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为什么会导出特定的使用技巧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所以后面每个重点功能都会按同一套模板展开：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功能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实现原理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使用技巧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代码理解支撑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的高价值点不是单个函数，而是“机制 -&gt; 行为 -&gt; 使用方式”的连贯关系。后面每一页都会尽量把这条关系讲清楚。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接下来的功能介绍，不是源码朗读，而是功能与使用方式之间的映射。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的默认角色和行为边界，是怎么在系统里被定义出来的。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定义系统默认行为、角色和输出风格。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由 default prompt、override prompt、agent prompt、dynamic sections 叠加而成。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一部分内容可以 cache，一部分内容按会话动态拼接。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任务表达越工程化越好。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范围、约束、验证越明确越好。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默认 system prompt 直接把用户请求定义成软件工程任务，因此“工程化表达更稳”不是经验，而是系统默认角色的直接结果。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使用 Claude Code，第一步不是“会不会提 prompt”，而是“会不会用它默认理解的任务语言说话”。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src/constants/prompts.ts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为什么更像一个会持续推进的执行系统，而不是一问一答。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推进一轮轮 agent 执行。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 state、transition、toolUseContext、compact / recovery 分支。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在一轮 assistant 结果和下一轮工具/续写之间维持连续性。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大任务要拆阶段。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输入要清楚到足以支持持续推进。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复杂任务不要指望“一轮说清一切”。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pendingToolUseSummary: Promise&lt;ToolUseSummaryMessage | null&gt; | undefined
  stopHookActive: boolean | undefined
  turnCount: number
  transition: Continue | undefined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State 里保存的是跨轮迁移状态，不只是消息，因此 Claude Code 天然更适合可继续推进的任务，而不是模糊一次性请求。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工具调用为什么不是一句 tool.call() 就结束。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把工具能力放进可约束的执行链。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schema parse -&gt; validate -&gt; hooks -&gt; permissions -&gt; call -&gt; post process。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执行前后都可以被系统检查、拦截、改写和补充。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能用专用工具就别默认 Bash。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高风险动作要写清确认方式。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不要让 Claude Code 替你猜执行边界。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工具调用先经过 parse、hooks、permissions、classifier，再到真正执行，因此边界写清楚，会直接帮助执行链更稳定。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工具不是“能力列表”，而是一条带审查和边界的执行链。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Bash 为什么在 Claude Code 里既重要又危险。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提供最强但风险最高的执行能力。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sandbox、只读识别、路径校验、破坏性判断、长输出处理。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附带了大量安全与权限相关逻辑。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不要把 Bash 当默认第一选择。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破坏性操作一定要单独写明。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 更适合兜底，不适合当常规主路径。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BashTool 周围专门拆出安全子模块，说明它在系统里被视为高能力高风险工具，而不是普通执行路径。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当然能跑命令，但最好让它沿着更可审查的路径执行。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src/tools/BashTool/BashTool.tsx / src/tools/BashTool/prompt.ts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长会话为什么不会无限膨胀，Claude Code 又是怎么保证压缩后还能继续工作的。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控制长会话上下文体积。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microcompact、autocompact、reactive compact。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通过 summary + attachments + tail messages 重建工作面。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长任务要接受上下文会被重构。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不要假设模型永远保留全部细节。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关键信息最好在任务推进过程中多次显式重申。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compact 保留的不只是 summary，还有 boundary、tail messages、attachments，这说明它在重建工作面，而不是简单摘要。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src/services/compact/compact.ts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src/services/compact/microCompact.ts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compact 不是“丢记忆”，而是“换一种更可持续的工作面”。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src/services/compact/compact.ts / src/services/compact/microCompact.ts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中断之后，Claude Code 为什么还能续做，而不是彻底断档。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保证会话可以恢复。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transcript 链、parentUuid、orphan recovery、synthetic continuation。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目标不是把旧消息读出来，而是回到 API 可继续状态。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长任务和断点续做是 Claude Code 的强项之一。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可以放心把它用于需要多轮推进的任务。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对于复杂任务，不必强迫一轮做完。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recovery 会主动修复 unresolved tool use、thinking、continuation 等状态，这种深度说明“继续工作”是底层能力。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的续做能力，是运行时设计出来的，不是偶然效果。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工具结果很大时，Claude Code 为什么没有被上下文拖垮。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控制大工具输出，不让上下文失控。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大结果落盘、preview replacement、fate freezing、resume replay。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维护“已经看过的前缀不能漂”。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不要要求模型永远在上下文里保留完整大输出。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更关注最终结果，而不是每一轮完整原文。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对超长命令输出，最好引导它回到结论和后续动作。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replacement state 显式记录 seenIds 和 replacements，说明系统在维护“看过的前缀不能漂”，因此输出治理是运行时核心约束。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让 Claude Code 控制大输出，不是能力变弱，而是为了长期稳定工作。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src/utils/toolResultStorage.ts / src/services/compact/microCompact.ts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 skills 为什么不是简单的快捷提示词。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把提示词能力做成条件激活 artifact。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loadSkillsDir.ts 载入，按路径或上下文激活，compact 后保留 invoked skills。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skill 本身会绑定工具、模型、上下文和任务边界。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更适合用于有明显任务边界的场景。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它不是一段“快捷短语”，而是一种能力面提示。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越贴近任务上下文，效果越稳定。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skills 会被按路径、上下文和 compact 结果激活与保留，这说明它们是运行时能力对象，而不是静态 prompt 模板。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src/utils/skills/loadSkillsDir.ts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src/utils/attachments.ts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用 skill，不是在套模板，而是在给 Claude Code 打开一块更具体的能力面。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src/utils/skills/loadSkillsDir.ts / src/utils/attachments.ts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每轮看到的上下文，为什么不是简单聊天记录。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动态组装当前轮上下文。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relevant memories、skill delta、system reminders、task messages、file attachments。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每一轮实际送给模型的内容，都是重新拼接的。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不要把 Claude Code 当“只看聊天记录”的系统。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当前轮的任务组织方式会直接影响它看到的上下文。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任务阶段、文件范围和关键提醒，最好显式表达。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attachments 会注入 memories、skill delta、task messages、system reminders，说明上下文是逐轮构造的工作面。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src/utils/attachments.ts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会组织上下文，就会更好地用 Claude Code。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src/utils/attachments.ts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的行动边界，到底是怎么落在系统里的。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决定模型能否继续代表用户行动。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allow / ask / deny、hook pre/post、classifier 决策链、auto mode。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工具执行不是“能调就调”，而是被运行时裁决。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高风险动作要写清楚。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模糊授权会显著放大不确定性。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团队协作时，责任边界要显式表达。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permissions、hooks、classifier 都位于工具执行链中，说明真正的自主边界在 runtime 内部，而不是口头提醒。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并不是“模型想到什么就去做什么”，真正的边界在执行链里。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为什么适合处理阶段性任务和多执行体协作。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把异步执行体变成一等对象。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task registry、local/remote agent、sidechain transcript、mailbox protocol。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把子任务、子代理和团队消息纳入统一运行时。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复杂任务适合拆成阶段或子任务。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很适合做持续推进，而不是只做一次性答复。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需要并行探索时，要显式定义子任务边界。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task registry、agent metadata、mailbox、sidechain transcript 同时存在，说明它已经有多执行体 runtime 的雏形。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src/Task.ts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src/utils/task/framework.ts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src/tools/AgentTool/runAgent.ts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用 Claude Code 做复杂任务时，按任务系统思维组织工作，会比按聊天思维更稳。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src/Task.ts / src/utils/task/framework.ts / src/tools/AgentTool/runAgent.ts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为什么能不断扩展上限，而不是被内建能力固定住。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 Claude Code 扩展成能力枢纽。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MCP client、plugin loader、remote session / remote agent。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允许把外部工具、资源和远程执行接进同一套工作流。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的上限不仅取决于模型，也取决于能接入哪些能力面。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面向复杂工作流时，应优先考虑如何扩展能力，而不是只追加 prompt。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实现含义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MCP、plugins、remote capability 各有接入点，说明扩展能力在系统里是一级设计目标。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src/utils/plugins/pluginLoader.ts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不是封闭工具，而是一套可以不断扩展的工程执行壳。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src/services/mcp/client.ts / src/utils/plugins/pluginLoader.ts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为什么前面这些功能值得逐个讲，而且必须和使用方式联系起来。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因为它们共同决定了：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系统如何继续工作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用户如何更稳地使用它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哪些边界必须显式表达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更适合什么样的工程任务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真正有价值的不是“记住功能名”，而是知道：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哪个功能解决哪个问题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它会导出怎样的使用方式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Prompt Stack、Turn Loop、Tool Pipeline、Compact、Recovery、Tasks 都直接对应一类真实运行时问题，因此“技巧”必须回到这些机制上理解。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最擅长产出什么结果。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代码修改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代码解释与定位结论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调试与排障结论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命令执行与验证结果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计划、任务拆解、review 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结构化输出与工作卡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这些结果共同特点是：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commands、Edit/Read/Bash、structured output、Plan Mode、task runtime 在代码里都明确存在，说明它默认就围绕工程结果设计。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最适合被当作工程产出生成器，而不是意见生成器。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哪类任务最能发挥这套系统的优势。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局部修复与重构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多文件追踪与定位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需要形成“代码 + 解释 + 验证”的任务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需要工作卡、计划和任务拆分的任务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这些任务之所以适合，是因为它们天然贴合 tool pipeline + plan + task runtime + recovery 这几条主能力链。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越像工程任务，Claude Code 越容易发挥。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哪些任务形态会让 Claude Code 失稳。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目标极度模糊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范围完全不受限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对输出形式没有约束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要求它自行理解隐含边界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高风险动作但没给确认规则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完全依赖口头背景、缺少可见材料的任务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由于 prompt stack、tool pipeline、permission chain 都期待更明确的任务边界，模糊任务天然更容易产生漂移。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不是不能做难任务，而是难任务更需要结构化地给它。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为什么比普通聊天系统更容易产出稳定工程结果。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默认角色是工程代理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工具执行受约束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结果可进入 transcript / 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plan、task、memory 支持多阶段工作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输出不是“一轮完成”，而是可继续推进的工作过程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角色定义、执行链、续航链和任务链一起存在，决定了 Claude Code 更容易产出“工作结果”，而不是发散回答。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稳定产出来自运行时结构，不只是模型强。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产出小结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从用户视角，前面这些产出和适用任务能压成什么结论。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最适合用来推进工程任务。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它特别适合产出“代码 + 解释 + 验证 + 计划”。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它不适合完全模糊、完全无边界的自由发挥。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任务是否适合 Claude Code，本质上取决于：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是否能定义清楚目标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是否能给出边界和验证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是否允许分阶段推进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为什么要单独讲“开发流程建议”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为什么最后还要讲“建议”，而不是停在架构和功能。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最终是用来协作和产出的。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只有把前面的 runtime 逻辑翻译成工作流建议，分享才真正落地。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这里的建议不是经验帖，而是从系统默认行为和执行链约束反推出来的工作方式。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这一部分不是“经验汇总”，而是从源码约束倒推出的协作方式。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什么样的任务表达方式最贴近 Claude Code 的默认角色。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把任务写成：目标、范围、约束、验证。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避免模糊话术和隐藏边界。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尽量把任务写成 Claude Code 可以持续推进的工程工作，而不是抽象愿望。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system prompt 已经把用户请求定义成工程任务，因此任务表达越工程化，Claude Code 越接近默认最佳状态。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想用稳 Claude Code，先把任务写得像工程任务。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为什么“先读代码”必须显式写出来，而不是默认它自然会做。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明确要求先读关键文件。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不要一上来就让它直接改。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给出阅读入口，会减少无关探索和错误改动。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这不是使用习惯，而是 prompt stack 明确写出的默认行为。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想要稳定质量，先让 Claude Code 建立正确上下文。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为什么要反复强调“最小改动、优先复用”。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明确要求最小必要改动。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优先复用现有模式。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不要默认允许顺手抽象。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对局部修复和小功能尤其有效。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默认就反对无边界“优化”和一锤子抽象，因此这条建议是顺着系统默认行为走。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先把问题修好，再考虑抽象和美化。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为什么在很多场景里，专用工具比 Bash 更值得优先选择。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 dedicated tools 时优先 dedicated tools。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是高能力、高风险通道。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专用工具更可审查、更稳定，也更贴合 Claude Code 的默认执行路径。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tool pipeline 与 BashTool 安全层共同说明：Claude Code 不是鼓励随时走 shell，而是鼓励可审查的执行路径。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想提高可控性和稳定性，优先走专用工具。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为什么“做了”和“验证过”必须被当成两件不同的事。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验证不是默认一定会发生。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验证结果要显式回报。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对改代码、跑命令、调整配置这类任务，验证阶段最好写进任务本身。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默认 prompt 直接约束结果汇报，因此“把验证写出来”是利用系统已有规则，而不是额外施压。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能帮你验证，但前提是你把“验证”当成任务的一部分。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为什么对高风险动作，必须提前把确认方式写死。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删除、覆盖、push、外发等动作要明确确认。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不要给模糊授权。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如果是团队协作场景，更要明确谁有最终决策权。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BashTool prompt、tool pipeline、permissions 都表明高风险动作是单独对待的，因此用户必须把这条边界写清。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风险不是靠“谨慎一点”控制的，而是靠规则写清楚控制的。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面对复杂任务，为什么不应该让 Claude Code 直接开干。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先探索、再计划、后实现。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不要在需求不清时直接让它开干。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复杂任务的第一轮目标通常不是“写代码”，而是“建立正确的问题空间”。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Plan workflow 明确把“探索现有实现、更新计划、再问缺失信息”做成了独立流程，这正是复杂任务更稳的原因。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对复杂任务，先让 Claude Code 帮你把问题讲清楚，再让它执行。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为什么适合并行探索和阶段性推进。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独立查询可以 parallel。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长任务适合拆阶段、拆子任务。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对并行探索，最好先定义每个子任务的范围和输出要求。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并行工具调用和 task runtime 都是系统一级能力，因此任务节奏设计会直接影响 Claude Code 的发挥。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很适合推进长任务，但前提是你按阶段组织它。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 / src/utils/task/framework.ts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如果要把任务直接扔给 Claude Code，哪类最值得优先尝试。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需要命令验证的任务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需要“代码 + 解释 + 验证结果”的任务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优先把适合的任务交给 Claude Code，才能快速建立正确使用感。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哪些任务最容易把 Claude Code 带离稳定区间。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完全模糊的探索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范围极大的全局变更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高风险但边界不清的动作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需要大量隐性业务背景的任务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既没有验证条件，又没有结果格式要求的任务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不是不能做，而是这类任务更容易让 prompt stack、tool pipeline 和权限链都处在不稳定状态。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在团队里，Claude Code 最适合作为什么样的协作对象存在。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多阶段任务推进器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带工具的验证者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文档、代码、验证结果的联合产出器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而不是“替代所有人判断”的黑盒执行者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commands、Plan Mode、task runtime、structured output、tool pipeline 都说明它更适合作为“协作型工程执行体”，而不是单纯聊天机器人。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团队越把 Claude Code 放在正确角色上，它越容易发挥稳定价值。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开发流程建议小结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前面的建议如果收成一句方法论，应该怎么记。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先用少量源码理解建立正确模型。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再把重心放到产出、使用方式和任务组织。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所有真正有效的技巧，都可以回到代码机制解释。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更好的使用方式，本质上就是更贴近 Claude Code 默认运行方式的协作方式。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最值得学的，不只是它“会什么”，而是你怎样组织任务，才能让它稳定地产出高质量工程结果。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代码组织和架构概略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如果听众后续要自己读代码，应该先怎么建立代码组织视图。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启动与装配：main.tsx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会话与执行：QueryEngine.ts、query.ts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工具与命令：Tool.ts、tools.ts、commands.ts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续航与恢复：sessionStorage.ts、conversationRecovery.ts、compact/*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扩展与控制：settings、auth、policy、MCP、plugins、skills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这套代码最适合按“运行链 + 控制链”来阅读。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的目录层次和运行时层次不完全一致，因此读代码时要优先遵循执行链，而不是只看文件夹结构。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先看代码分层，再看实现细节，效率会高很多。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建议的代码走读顺序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如果只给听众一条阅读路径，应该怎样安排顺序。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commands / tools / MCP / tasks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这条顺序可以先建立最小完整模型，再逐步钻进细节。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这条顺序是从装配、宿主、执行、恢复、扩展逐层展开，最容易建立完整心智模型。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代码走读不应该按目录平铺，而应该按运行链和控制链阅读。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主要模块与重点文件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如果只能记住一组文件，应该记住哪些。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BashTool.tsx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compact.ts / microCompact.ts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sessionStorage.ts / conversationRecovery.ts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messages.ts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这组文件足以支撑一次从整体到细节的高质量走读。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这组文件覆盖了装配、宿主、执行、工具、续航和工作流提示，是 Claude Code 运行时的最小高价值切片。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这组文件足以支撑一次高质量的 Claude Code 源码走读。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