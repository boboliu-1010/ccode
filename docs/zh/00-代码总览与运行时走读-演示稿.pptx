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Source 代码走读</dc:title>
  <dc:subject>基于源码的 runtime 架构与主调用链分析</dc:subject>
  <dc:creator>Created by Marp</dc:creator>
  <cp:lastModifiedBy>Created by Marp</cp:lastModifiedBy>
  <cp:revision>1</cp:revision>
  <dcterms:created xsi:type="dcterms:W3CDTF">2026-04-07T03:01:58Z</dcterms:created>
  <dcterms:modified xsi:type="dcterms:W3CDTF">2026-04-07T03:01:58Z</dcterms:modified>
</cp:coreProperties>
</file>