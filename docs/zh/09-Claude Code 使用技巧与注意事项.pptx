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使用建议与源码依据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源码依据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架构视角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使用方法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用最少的层说明系统是怎么跑起来的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82880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 Prompt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用户输入
目标 / 范围 / 约束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提示词栈
默认行为约束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会话宿主
Conversation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轮次循环
Turn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工具执行流水线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9516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2688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48840" y="4160520"/>
            <a:ext cx="292608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Tools / Tasks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Bash / Read / Edit
Subagents / Mailbox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160520"/>
            <a:ext cx="219456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Environment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
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4160520"/>
            <a:ext cx="274320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Control Plane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281160" y="3291840"/>
            <a:ext cx="1371600" cy="86868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7492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重点：用户技巧之所以有效，是因为它们会直接影响 Prompt Stack、Turn Loop 和 Tool Pipeline 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关键文件：main.tsx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6878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632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1762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646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2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1530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18419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64208" y="26974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773936" y="2569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任务输入 / 约束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3048" y="31546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22776" y="30266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组装 prompt 与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6118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71616" y="34838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启动 turn loop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10727" y="40690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0455" y="39410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决定是否调用工具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10727" y="45262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0455" y="43982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tool result 回灌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961888" y="49834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71616" y="4855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继续 / 收敛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