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使用建议与源码依据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源码依据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架构视角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使用方法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UML 总览图：Claude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terminal agent runtime（终端代理运行时）视角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ag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078992"/>
            <a:ext cx="11795760" cy="5394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897880"/>
            <a:ext cx="1152144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重点：用户输入会沿着 prompt stack（提示词栈）→ turn loop（轮次循环）→ tool pipeline（工具执行流水线）这条主链向下传递。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源码依据：/Users/bobo/code/claude-code-source-code/src/constants/prompts.ts#L221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一个 terminal agent runtime（终端代理运行时）的最小架构图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01168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0116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入口层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93976"/>
            <a:ext cx="186537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main.tsx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bootstrap / assembly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 / runtime kernel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91640"/>
            <a:ext cx="2834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093976"/>
            <a:ext cx="2688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toolExecution.ts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5448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337560"/>
            <a:ext cx="22402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33756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739896"/>
            <a:ext cx="20939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/ Permissions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915400" y="2606040"/>
            <a:ext cx="777240" cy="73152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2320" y="3858768"/>
            <a:ext cx="3200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80560" y="3858768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34440" y="4892040"/>
            <a:ext cx="973836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一句话：Claude Code 不是“模型 API + 终端壳”，而是由会话层、轮次循环、工具执行层和控制面组成的本地代理运行时。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关键文件：main.tsx / QueryEngine.ts / query.ts / 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时序图：一次请求如何流过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用一条 request → tool → result 链解释用户提示词为什么有效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ag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078992"/>
            <a:ext cx="11795760" cy="5394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897880"/>
            <a:ext cx="1152144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结论：目标、范围、约束、验证写得越清楚，越能稳定影响 prompt stack、turn loop 和 tool pipeline 的每一步。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